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74519"/>
            <a:ext cx="1371600" cy="762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学生管理系统（数据库版）</a:t>
            </a:r>
          </a:p>
          <a:p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项目实战笔记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BBD4F0"/>
                </a:solidFill>
                <a:latin typeface="微软雅黑"/>
                <a:ea typeface="微软雅黑"/>
                <a:cs typeface="微软雅黑"/>
              </a:rPr>
              <a:t>Python + SQLAlchemy + PyMySQL  |  三层架构 CLI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8FB4DC"/>
                </a:solidFill>
                <a:latin typeface="微软雅黑"/>
                <a:ea typeface="微软雅黑"/>
                <a:cs typeface="微软雅黑"/>
              </a:rPr>
              <a:t>架构设计 · 搭建流程 · 踩坑排查 · 最佳实践 · 扩展方向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一、项目整体逻辑 —— 分层架构 · 调用链 · 职责边界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二、项目目录结构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三、项目搭建顺序：从下往上，依赖先行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四、各层职责与模板：model / dao / service / main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五、踩过的坑 &amp; 解决方案（A~H 共 8 类 30+ 条）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六、关键设计原则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七、快速自查清单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八、常用代码片段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九、项目可扩展方向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十、一句话总结  +  附：项目完成度记录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一、项目整体逻辑 —— 分层架构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┌──────────────────────────────────────────────┐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main.py      CLI 用户交互：登录 / 菜单 / 输入输出 / 异常展示 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└───────────────────────┬──────────────────────┘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    │ 调用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┌───────────────────────▼──────────────────────┐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service/     业务逻辑：参数校验 / 唯一性校验 / 关联校验 / 填时间 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└───────────────────────┬──────────────────────┘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    │ 调用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┌───────────────────────▼──────────────────────┐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dao/         数据访问：拼 SQL / execute / commit / rollback 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└───────────────────────┬──────────────────────┘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    │ 依赖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┌───────────────────────▼──────────────────────┐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model/       数据模型：@dataclass 纯数据类 + from_dict       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└──────────────────────────────────────────────┘</a:t>
            </a:r>
          </a:p>
          <a:p>
            <a:pPr>
              <a:spcAft>
                <a:spcPts val="0"/>
              </a:spcAft>
            </a:pPr>
            <a:r>
              <a:rPr sz="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横切关注点：utils/db_util（连接池 + Session）· utils/env_util（环境变量）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　　　　　　core/logger（日志）· core/exceptions（异常体系）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一次完整调用链（以「新增学生」为例）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main.py  student_add()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收集输入 → Student 对象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▼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StudentService.add(student)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1. 必填校验（姓名、学号）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2. 学号唯一性校验  → StudentDao.select_by_stu_num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3. 班级存在性校验  → ClazzDao.select_by_id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4. 年龄 / 手机号格式校验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5. 填 create_time / update_time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▼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StudentDao.insert(student)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session = DBUtil.get_session()       ← 从连接池拿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session.execute(text(sql), params)   ← 参数绑定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session.commit()                     ← 落库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student.id = result.lastrowid        ← 回填主键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│ finally: session.close()             ← 归还连接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▼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回到 main，打印 student.id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职责边界：每一层只做自己该做的事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047" y="1234440"/>
          <a:ext cx="105156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035040"/>
                <a:gridCol w="310896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该做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不该做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model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定义字段、from_dict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任何数据库 / SQL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dao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拼 SQL、execute、commit/rollback/close、异常包装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业务校验、填时间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service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参数校验、唯一性 / 关联校验、填时间、调多个 dao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直接拼 SQL、管理 session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输入输出、异常展示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业务逻辑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utils/core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横切工具（连接池、环境变量、日志、异常）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具体业务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二、项目目录结构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05_学生管理系统_数据库/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├── .env                       # 环境变量（放在项目根目录）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├── main.py                    # CLI 入口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├── README.md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├── core/                      # 核心工具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 ├── exceptions.py          # 异常体系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 └── logger.py              # 日志（依赖 env_util）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├── utils/                     # 通用工具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 ├── db_util.py             # 数据库工具（连接池 + session）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 └── env_util.py            # 环境变量工具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├── model/                     # 数据模型（纯数据类）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 ├── clazz.py  student.py  course.py  score.py  user.py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├── dao/                       # 数据访问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 └── clazz_dao.py  student_dao.py  course_dao.py ...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├── service/                   # 业务逻辑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   └── clazz_service.py  student_service.py ...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│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└── logs/                      # 日志目录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└── student.log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三、项目搭建顺序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1. 设计数据库表 → 建库 SQL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2. 写 .env                → 数据库 + 日志配置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3. 写 utils/env_util      → 读环境变量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4. 写 core/exceptions     → 定义异常体系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5. 写 core/logger         → 日志（依赖 env_util）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6. 写 utils/db_util       → 连接池 + get_session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7. 每张表：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7.1 写 model/X.py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7.2 写 dao/X_dao.py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7.3 写 service/X_service.py（先 add + get_by_id，跑通）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7.4 补全其他方法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8. 最后写 main.py 串起来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核心原则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从下往上写，依赖先行。上层调下层，下层不依赖上层。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四、model 层 —— 纯数据类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from dataclasses import dataclass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from datetime import datetime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@dataclass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class Student: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"""学生类"""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id: int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stu_num: str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name: str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gender: str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age: int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class_id: int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phone: str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create_time: datetime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update_time: datetime | None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def from_dict(dic):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"""从字典到对象"""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if dic is None: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return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return Student(**dic)</a:t>
            </a:r>
          </a:p>
          <a:p>
            <a:pPr>
              <a:spcAft>
                <a:spcPts val="0"/>
              </a:spcAft>
            </a:pPr>
            <a:r>
              <a:rPr sz="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要点：所有字段默认 None · 类型注解用 X | None · from_dict 统一处理 None 输入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四、dao 层模板 —— 数据访问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class StudentDao: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_COLUMNS = ("`id`, `stu_num`, `name`, `gender`, `age`, "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"`class_id`, `phone`, `create_time`, `update_time`")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def insert(student: Student) -&gt; int: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session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try: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sql = ("INSERT INTO `t_student`(...) "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"VALUES (:stu_num, :name, :gender, ...)")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params = {...}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session = DBUtil.get_session()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result = session.execute(text(sql), params)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session.commit()                 # 关键：提交事务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student.id = result.lastrowid    # 回填自增主键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return result.rowcount           # 返回受影响行数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except Exception as 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if session: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session.rollback()           # 失败回滚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log.exception("插入学生记录失败")  # 自动带堆栈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raise DatabaseError(e) from e    # 保留原因链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finally: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if session: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session.close()              # 归还连接池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四、service 层模板 —— 业务逻辑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class StudentService: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"""学生业务逻辑层"""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def add(student: Student) -&gt; int: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# 1. 必填校验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if student is None: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raise ValidationError("学生信息不能为空")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if not student.name or not student.name.strip():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raise ValidationError("学生姓名不能为空", field="name")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# 2. 唯一性校验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if StudentDao.select_by_stu_num(student.stu_num) is not None: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raise AlreadyExistsError("学生", field="stu_num", value=...)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# 3. 关联存在性校验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if student.class_id is not None: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if ClazzDao.select_by_id(student.class_id) is None: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raise NotFoundError("班级", student.class_id)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# 4. 时间字段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now = datetime.now()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student.create_time = now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student.update_time = now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# 5. 调用 DAO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row = StudentDao.insert(student)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if row &lt;= 0: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raise BusinessException("新增学生记录失败")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log.info("新增学生成功 id=%s stu_num=%s", student.id, student.stu_num)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return row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四、main 层模板 —— CLI 交互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def student_add():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"""新增学生"""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student = Student()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student.stu_num = input_str("学号: 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student.name = input_str("姓名: 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student.age = input_int("年龄(可空): ", allow_empty=True)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student.class_id = input_int("班级ID(可空): ", allow_empty=True)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StudentService.add(student)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print(f"新增学生成功，ID={student.id}")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def student_menu():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while True: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print("1. 新增  2. 查询  3. 更新  4. 删除  0. 返回")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try: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if choice == "1":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student_add()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except AppException as 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print(f"[业务错误] {e.message}")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except ValueError as 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print(f"[输入错误] {e}")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except Exception as 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print(f"[系统错误] {e}")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pause()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五、踩过的坑 —— A. 环境配置类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A. 环境配置类（5 条）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A1 · int() argument must be ... not 'NoneType'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现象：DB_PORT = int(os.getenv("DB_PORT")) 启动即报错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原因：.env 里缺这一项，或 load_dotenv() 没找到 .env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解决：确认 .env 在运行目录；getenv 加默认值 "3306"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A2 · key 名字对不上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现象：.env 写 DB_NAME，代码读 DB_DATABASE → 读到 None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原因：命名约定不统一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解决：统一 key 名；env_util 加 _require()，读不到直接抛错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A3 · Unknown database 'none'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现象：SQLAlchemy 连库报 1049 Unknown database 'none'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原因：库名读成 None，f-string 拼进 URL 变成 "None"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解决：key 名对齐 + MySQL 里 CREATE DATABASE 建库，SQL 存档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A4 · 日志文件变成 student.log.log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现象：.env 写 LOG_NAME=student.log，文件名多一个 .log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原因：logger.py 里会拼 .log，LOG_NAME 又带了一次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解决：LOG_NAME=student，扩展名由代码统一加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A5 · Level not an integer or a valid string: None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现象：logger.setLevel(None) 报错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原因：.env 里没配 LOG_LEVEL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解决：LOG_LEVEL = os.getenv("LOG_LEVEL", "INFO")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五、踩过的坑 —— B. 数据库连接 / 会话类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B. 数据库连接 / 会话类（5 条）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B1 · thread_local 缓存了已关闭的 session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现象：第一次调用正常，第二次拿到坏 session，报 Session is closed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原因：get_session 用 thread_local 缓存，dao close 后引用还在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解决：每次返回全新 session，不做缓存（连接池已吃掉复用收益）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B2 · 忘记 session.close() 导致连接泄漏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现象：程序跑久了连接耗尽，MySQL 报 Too many connections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原因：某个 dao 方法异常时没走到 close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解决：所有 dao 方法 try / except / finally，close 放 finally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B3 · 忘记 session.commit() 数据没落库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现象：日志显示「插入成功」，但数据库里查不到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原因：execute 后没 commit，程序退出时事务回滚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解决：DML 方法执行后必须 commit；或统一用 DAO 模板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B4 · 重复 commit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现象：with DBUtil.session_dml() 里调用 dao，dao 内部也 commit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原因：事务边界不清晰 —— 两处都在管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解决：二选一：DAO 管事务（推荐） 或 Service 用 @transactional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B5 · 事务不原子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现象：一次业务多次写操作，前一次成功、后一次失败，数据不一致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原因：每次 dao 调用各自 commit，没有统一事务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解决：@transactional 装饰 service 方法，所有 dao 共用一个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五、踩过的坑 —— C. SQLAlchemy / SQL 类（上）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C. SQLAlchemy / SQL 类（上）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C1 · 'CursorResult' object has no attribute 'inserted_id'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现象：insert 后取主键报错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原因：inserted_id 是 PyMongo 的 API，SQLAlchemy 里没有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解决：MySQL 用 result.lastrowid，或 inserted_primary_key[0]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C2 · 返回 lastrowid 而不是 rowcount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现象：service 判断 row &lt;= 0 失败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原因：insert 返回的是主键 ID（可能大于 0），不是受影响行数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解决：insert 最后 return result.rowcount，返回值语义统一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C3 · SQL 里 : param 中间有空格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现象：UPDATE ... SET update_time=: update_time 参数绑定失败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原因：SQLAlchemy 参数名必须紧跟冒号，不能有空格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解决：写成 :update_time，或让 IDE 高亮帮你检查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五、踩过的坑 —— C. SQLAlchemy / SQL 类（下）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C. SQLAlchemy / SQL 类（下）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C4 · 动态 SQL 参数缩进错位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现象：SQL 里没这个字段，params 里却有 → 参数不匹配报错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原因：params 赋值缩进跑到 if 外面，被无条件执行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解决：SQL 拼接和 params 赋值成对写在一起，缩进保持一致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C5 · _COLUMNS 未定义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现象：SELECT {XxxDao._COLUMNS} 报 NameError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原因：类属性没定义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解决：类顶部加 _COLUMNS 常量，所有查询统一用它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C6 · LIKE 模糊查询误当唯一性校验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现象：新增课程 "Python" 时，因库里已有 "Python程序设计" 报重复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原因：select_by_name 用 LIKE，只适合搜索，不该用于唯一性校验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解决：另写 select_by_name_exact 用 = 精确匹配，命名上区分开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五、踩过的坑 —— D. 日志类 &amp; E. 异常处理类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D. 日志类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D1 · log.error("xxx", e) 导致 Logging error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现象：TypeError: not all arguments converted during string formatting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原因：logging 第二个参数是格式化参数，消息里没 %s 却传了参数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解决：用 log.exception("插入失败") 或 log.error("插入失败: %s", e)</a:t>
            </a:r>
          </a:p>
          <a:p>
            <a:pPr>
              <a:spcAft>
                <a:spcPts val="0"/>
              </a:spcAft>
            </a:pPr>
            <a:r>
              <a:rPr sz="8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E. 异常处理类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E1 · raise DatabaseError(e) 丢失原始堆栈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现象：只能看到 DatabaseError，原始 OperationalError 被吞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原因：没加 from e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解决：所有异常包装都写 raise DatabaseError(e) from 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E2 · 异常类型不统一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现象：clazz_service 用 ValidationError，student_service 用 ValueError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原因：没定异常体系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解决：定义 core.exceptions，Service 抛业务异常，main 统一 catch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E3 · AlreadyExistsError / ValidationError 继承错位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现象：NotFoundError 是 BusinessException 子类，AlreadyExistsError 却挂在 AppException 下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原因：异常层次定义时不严谨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解决：所有业务异常都继承 BusinessException，先画继承树再写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五、踩过的坑 —— F. 业务校验类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F. 业务校验类（4 条）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F1 · 唯一性校验只在 add 里做，update 忘了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现象：更新课程名时改成和别的课同名，居然能成功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原因：update 缺唯一性校验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解决：update 里也检查唯一性，并排除自己：exist.id != current.id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F2 · 关联存在性校验只在 add 里做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现象：更新成绩把 stu_id 改成不存在的值，能成功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原因：update 没校验外键存在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解决：add / update 共用同一套校验函数，外键字段全部校验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F3 · class_id = 0 被当成有效值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现象：用户输入 0，0 is not None 为 True，被写入库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原因：CLI 层把空输入转成了 0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解决：CLI 空 → None；Service 层校验 class_id &lt;= 0 直接报错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F4 · 字段类型和范围没校验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现象：age 输成 999，手机号 "abc" 都能写进去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原因：Service 缺校验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解决：抽出 _validate_age / _validate_phone，add 和 update 都调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五、踩过的坑 —— G. Python / 项目结构类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G. Python / 项目结构类（4 条）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G1 · 文件被误覆盖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现象：model/course.py 内容变成 CourseDao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原因：多文件操作时复制粘贴串了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解决：检查文件内容是否与文件名相符；文件头加明显 docstring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G2 · 文件名用 . 而不是 _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现象：service/student.service.py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原因：命名不规范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解决：重命名为 student_service.py；模块名只用小写 + 下划线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G3 · 循环导入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现象：from model.course import Course 写在 model/course.py 里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原因：文件名和 import 路径对不上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解决：确认 import 路径正确；层级清晰，model 不 import dao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G4 · 文件头 docstring 重复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现象：顶部两个 """...""" 连着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原因：复制模板时没注意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解决：删掉一个，保持文件头干净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五、踩过的坑 —— H. CLI 交互类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H. CLI 交互类（3 条）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H1 · 空输入变成 0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现象：用户直接回车，class_id 变成 0 写进数据库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原因：input_int 没区分「空」和「0」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解决：allow_empty=True 时空输入返回 None；0 不作为有效 ID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H2 · int() 抛 ValueError 飘到最外层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现象：用户输入字母，程序报 [系统错误] invalid literal for int()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原因：输入转换没有统一收口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解决：统一走 input_int 工具函数，main 里 except ValueError 给友好提示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H3 · 更新时无法清空字段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现象：update 时输入空回车 → None → DAO 跳过更新 → 字段不会变 NULL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原因：用 None 表示「不修改」，就没办法表示「清空」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– 解决：约定特殊符号（如输入 - 表示清空），设计 CLI 时想清楚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六、关键设计原则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6.1 单向依赖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main → service → dao → model；core / utils 作为横切被各层引用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下层不知道上层存在：model 不 import dao，dao 不 import service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6.2 事务边界清晰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推荐：DAO 管事务（自己 commit / rollback / close）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进阶：Service 用 @transactional 管，DAO 只 execute　｜　禁忌：两处都管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6.3 异常分层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AppException → BusinessException（NotFound / AlreadyExists / Validation）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　　　　　　　→ SystemException（DatabaseError / ConfigError）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Service 抛 BusinessException，DAO 抛 DatabaseError，main 统一 catch AppException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6.4 参数绑定，杜绝 SQL 注入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永远用 :param + 字典传参：session.execute(text("... = :id"), {"id": x})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6.5 校验一致 &amp; 6.6 日志规范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add / update 共用校验函数；唯一性校验排除自己；空串与 None 统一处理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DAO 用 log.exception 带堆栈；Service 用 log.info("xxx成功 id=%s", id)；CLI 只 print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七、快速自查清单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环境配置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.env 在项目根目录 · key 与 getenv 一致 · 关键变量有默认值或启动校验 · 数据库已创建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DAO 层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每个 DML 都有 commit · 每个方法都有 try/except/finally · finally 里 close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insert 返回 rowcount，主键用 lastrowid 回填 · 所有查询有 _COLUMNS 常量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Service 层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add / update 都有必填校验 · update 有存在性 + 唯一性校验（排除自己）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关联字段（外键）有存在性校验 · 时间字段自动填 · 异常用 core.exceptions 里的类型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异常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raise XxxError(e) from e 保留原因链 · main 里 except AppException 统一处理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业务异常不打印堆栈，系统异常打印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日志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log.error 用 %s 或 log.exception · LOG_NAME 不带 .log · LOG_LEVEL 有默认值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CLI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输入转换工具函数统一处理空值和类型错误 · 关键操作有确认 · 空输入转 None 而不是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八、常用代码片段（1）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8.1 环境变量工具 utils/env_util.py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load_dotenv()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def _require(key):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val = os.getenv(key)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if not val: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raise RuntimeError(f"环境变量 {key} 未设置")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return val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class EnvUtil: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DB_HOST = _require("DB_HOST")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DB_PORT = int(_require("DB_PORT"))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DB_USER = _require("DB_USER")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DB_PASSWORD = _require("DB_PASSWORD")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DB_DATABASE = _require("DB_DATABASE")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DB_CHARSET = os.getenv("DB_CHARSET", "utf8mb4")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LOG_LEVEL = os.getenv("LOG_LEVEL", "INFO")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LOG_DIR = os.getenv("LOG_DIR", "logs")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LOG_NAME = os.getenv("LOG_NAME", "student")</a:t>
            </a:r>
          </a:p>
          <a:p>
            <a:pPr>
              <a:spcAft>
                <a:spcPts val="0"/>
              </a:spcAft>
            </a:pPr>
            <a:r>
              <a:rPr sz="8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8.3 事务装饰器（进阶：让 Service 管事务）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def transactional(func):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@wraps(func)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def wrapper(*args, **kwargs):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session = DBUtil.get_session()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try: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result = func(*args, **kwargs)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session.commit()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return result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except Exception: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session.rollback()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raise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finally: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session.close()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return wrapper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八、常用代码片段（2）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8.2 数据库工具 utils/db_util.py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class DBUtil: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__engine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__SessionLocal = None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__lock = threading.Lock()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@classmethod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def _init_engine(cls):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if cls.__engine is None: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with cls.__lock: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if cls.__engine is None: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url = (f"mysql+pymysql://{EnvUtil.DB_USER}:{EnvUtil.DB_PASSWORD}"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       f"@{EnvUtil.DB_HOST}:{EnvUtil.DB_PORT}/{EnvUtil.DB_DATABASE}"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       f"?charset={EnvUtil.DB_CHARSET}")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cls.__engine = create_engine(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    url, pool_size=5, max_overflow=10, pool_timeout=30,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    pool_recycle=3600, pool_pre_ping=True, echo=False)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cls.__SessionLocal = sessionmaker(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        bind=cls.__engine, autoflush=False, autocommit=False)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@classmethod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def get_session(cls) -&gt; Session: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cls._init_engine()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return cls.__SessionLocal()   # 每次新建，不做缓存</a:t>
            </a:r>
          </a:p>
          <a:p>
            <a:pPr>
              <a:spcAft>
                <a:spcPts val="0"/>
              </a:spcAft>
            </a:pPr>
            <a:r>
              <a:rPr sz="8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8.7 建库 SQL 要点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CREATE DATABASE student_manage_db CHARACTER SET utf8mb4;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ALTER TABLE `t_class` ADD UNIQUE INDEX `uk_class_name`(`name`);  -- 唯一索引兜底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九、项目可扩展方向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9.1 事务进阶 —— 引入 @transactional，Service 管事务，支持跨多 DAO 的原子操作（如学生转班）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9.2 密码加密 —— t_user.password 目前是明文，生产环境用 bcrypt / passlib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hashed = bcrypt.hashpw(password.encode(), bcrypt.gensalt())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bcrypt.checkpw(input_pw.encode(), hashed)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9.3 分页查询 —— select_all 数据量大时慢，加 LIMIT / OFFSET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sql = "SELECT ... LIMIT :size OFFSET :offset"   # offset = (page-1)*size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9.4 唯一索引兜底 —— 应用层校验 + 数据库 UNIQUE 索引，报 Duplicate entry 由 DatabaseError 捕获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9.5 数据软删除 —— 加 is_deleted 字段，查询带 WHERE is_deleted = 0，保留历史数据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9.6 Web 化 —— main.py 换成 Flask / FastAPI，Service 层不用改，异常 to_dict() 返回 JSON，加 JWT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9.7 缓存 —— 热点数据（课程列表）用 Redis，先查缓存，miss 再查库并回写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9.8 单元测试 —— pytest + unittest.mock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def test_student_add_duplicate_stu_num():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with pytest.raises(AlreadyExistsError):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B4B7A"/>
                </a:solidFill>
                <a:latin typeface="Consolas"/>
                <a:ea typeface="Consolas"/>
                <a:cs typeface="Consolas"/>
              </a:rPr>
              <a:t>                StudentService.add(Student(stu_num="S001", name="张三"))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十、一句话总结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l"/>
            <a:r>
              <a:rPr sz="22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下层稳定、上层灵活；事务边界清晰、异常分层明确；
参数绑定防注入、校验一致防漏网；
日志规范、DAO 模板化，剩下的就是重复劳动。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按这个思路走，三层架构的项目基本不会出大问题。</a:t>
            </a:r>
          </a:p>
          <a:p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新功能只需在对应的层加方法，不用动其他层。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3B63"/>
                </a:solidFill>
                <a:latin typeface="微软雅黑"/>
                <a:ea typeface="微软雅黑"/>
                <a:cs typeface="微软雅黑"/>
              </a:rPr>
              <a:t>附：项目完成度记录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5167" y="13716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2011680"/>
                <a:gridCol w="2011680"/>
                <a:gridCol w="1645920"/>
                <a:gridCol w="146304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Model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DAO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Service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 菜单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 marL="82296" marR="82296">
                    <a:solidFill>
                      <a:srgbClr val="1F3B6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班级 Clazz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6 方法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6 方法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学生 Student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7 方法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7 方法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 Course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6 方法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5 方法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成绩 Score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7 方法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7 方法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 User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1 方法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1 方法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日志 logger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 exceptions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数据库工具 DBUtil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EEF3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环境变量 EnvUtil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项目全部功能已跑通：登录 → 班级管理 → 学生管理 → 课程管理 → 成绩管理，所有增删改查和边界校验都正常。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